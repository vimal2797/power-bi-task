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2" r:id="rId3"/>
    <p:sldId id="258" r:id="rId4"/>
    <p:sldId id="259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0" r:id="rId14"/>
    <p:sldId id="273" r:id="rId15"/>
    <p:sldId id="274" r:id="rId16"/>
    <p:sldId id="275" r:id="rId17"/>
    <p:sldId id="276" r:id="rId18"/>
    <p:sldId id="277" r:id="rId19"/>
    <p:sldId id="261" r:id="rId20"/>
    <p:sldId id="278" r:id="rId21"/>
    <p:sldId id="279" r:id="rId22"/>
    <p:sldId id="280" r:id="rId23"/>
    <p:sldId id="281" r:id="rId24"/>
    <p:sldId id="262" r:id="rId25"/>
    <p:sldId id="282" r:id="rId26"/>
    <p:sldId id="283" r:id="rId27"/>
    <p:sldId id="284" r:id="rId28"/>
    <p:sldId id="285" r:id="rId29"/>
    <p:sldId id="286" r:id="rId30"/>
    <p:sldId id="263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64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93C2-1039-AA3B-1ED8-0DD6FF2F6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41B3D-43E6-2F3B-84D5-2472848C2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9C02F-C51D-A877-9508-4EAC41AF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63A8-6777-6F51-4670-1C74615C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3D239-0E2F-86EE-BDEF-38DFB574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80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0AACF-90F9-5FF3-7602-4131BC06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DB1F-771E-ACE6-0204-9B9F94886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79A2-34ED-60CD-4FD5-E48BE8B1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C66B4-2A94-EF89-16B9-6B0882F5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98C23-6284-3C90-5105-16895D35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135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342D-967E-D694-6A94-97AA7D050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7C554-7543-2626-28C0-0ED670C14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23471-B6B5-4BFD-8E70-56ADE007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2C6E4-59AE-2A09-F7E0-5913F7B5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9CEC0-A0B2-E714-2CEE-0DF86ACF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628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2505-1F9B-E728-CAD7-DEF7F7C09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9BC95-642D-BA7A-21BC-A7D75712E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5AB70-8833-4816-BC88-616BCA13A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B2556-3D1C-363A-0F64-ED4AF974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091CF-0526-E7EE-C356-80AADF88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8589C-1B74-5485-9D46-8DEFC974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942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5747-C852-85A7-2514-3A6C304E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5C721-630A-B21D-D0DC-B1C54EE73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BB21F-E677-9F7B-32D7-EA2EFC49E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67004-1553-E0FF-19AC-6960E1BD3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D584E-47BE-CC60-F1DA-78F5B640E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DE397-AC68-21E7-99BA-3374A092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79D00-A1C8-F8F3-44BF-9FC9513D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96FF9-6332-628E-2F71-4374C3A5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07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FB39-56DF-BC50-75CC-8F780FBF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963CA-9E7B-F1BB-7A95-73170F77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57F53-A9DC-2789-828D-7B74CE3B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5C38F-3DC2-32C9-7EB1-93877C91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35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05030-AA42-2408-EA32-38A1AC6D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B5720-4AF7-7C26-8CBB-4977A97CF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79206-3920-5573-4B01-1C9DE57F9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69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DB99-3AE1-80DA-3C59-F34D929E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84D61-3E1B-D442-D012-5BBD8F496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78990-7DED-FE0D-1B8F-FBA8FCD30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0B9A9-6CB1-9C5D-CC72-1472575F3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03208-7508-B230-2827-3E71C907A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C6808-BB63-27F6-787E-9880D378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61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7CA8-E414-A7BD-2D3E-042610366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6CD6D-3993-3811-EEEE-AA0320F27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F76E3-6A55-7E33-A8BE-E5238B12D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25FE0-0333-9FDB-8948-ADB093B8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9DCF2-5C16-20EC-3955-ECCD75B3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93D58-4D92-11B6-572F-0F009277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429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65A5-D5BD-9578-1E20-15B23AB8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4E3BE-F865-3E33-56B4-2E6BAB435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49298-914B-6298-6E1C-09931F96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A4525-2C13-6B3A-A0BF-3FCE8FE0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7F3C9-5498-D86E-70BC-05B91456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46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B4C17-972B-53F1-3A85-36AC7CF23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B4C63-D932-1607-312C-553CA242F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08253-1D58-3828-071C-7EC856CF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C95AF-DF60-6412-7C42-F3BB0A7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01EEE-1065-1396-CF58-C772227A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50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7C4E8-F4F8-1515-C8F6-4FBBF0AE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4EAB2-E507-433F-F1FB-51D3BEDCC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48389-21D4-3E7C-6034-2300373EB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C0EB1-A6D9-4901-8EFB-01FE8F734AE2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F828-6DEF-B43F-1C28-87B1DF02D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5B045-5157-7991-2FE7-43149103F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6B626-CBF8-45CA-8E83-A580BE51C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5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BADDC-476E-B209-F268-A9D7D448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76119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POWER BI BY MICROSOFT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1B10-C8EB-DE2E-E068-F334523E0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85981"/>
            <a:ext cx="9144000" cy="394927"/>
          </a:xfrm>
        </p:spPr>
        <p:txBody>
          <a:bodyPr>
            <a:noAutofit/>
          </a:bodyPr>
          <a:lstStyle/>
          <a:p>
            <a:r>
              <a:rPr lang="en-IN" sz="4000" dirty="0"/>
              <a:t>TEXT FUNCTIONS IN POWER QUERY</a:t>
            </a:r>
          </a:p>
        </p:txBody>
      </p:sp>
    </p:spTree>
    <p:extLst>
      <p:ext uri="{BB962C8B-B14F-4D97-AF65-F5344CB8AC3E}">
        <p14:creationId xmlns:p14="http://schemas.microsoft.com/office/powerpoint/2010/main" val="79266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4568-FB1D-BB44-F93A-486AD58A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POWER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7776-2176-9EC0-4242-762E7BF12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Power Query is a data transformation and preparation tool built into Microsoft Excel and Microsoft Power BI</a:t>
            </a:r>
          </a:p>
          <a:p>
            <a:r>
              <a:rPr lang="en-IN" dirty="0"/>
              <a:t>It lets you connect to data from many sources, clean and reshape it, and then load it into Excel or Power BI</a:t>
            </a:r>
          </a:p>
        </p:txBody>
      </p:sp>
    </p:spTree>
    <p:extLst>
      <p:ext uri="{BB962C8B-B14F-4D97-AF65-F5344CB8AC3E}">
        <p14:creationId xmlns:p14="http://schemas.microsoft.com/office/powerpoint/2010/main" val="2417308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660D-C2E5-292F-58A4-86091679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FOLLOWING TEXT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C76BD-94D5-7482-F8AC-4F15F8AFC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Merging Columns in Power Query</a:t>
            </a:r>
          </a:p>
          <a:p>
            <a:r>
              <a:rPr lang="en-IN" dirty="0"/>
              <a:t>Split and Trim Functions</a:t>
            </a:r>
          </a:p>
          <a:p>
            <a:r>
              <a:rPr lang="en-IN" dirty="0"/>
              <a:t>Upper case, Lower case and Proper case</a:t>
            </a:r>
          </a:p>
          <a:p>
            <a:r>
              <a:rPr lang="en-IN" dirty="0"/>
              <a:t>Adding Prefixes and Suffixes</a:t>
            </a:r>
          </a:p>
          <a:p>
            <a:r>
              <a:rPr lang="en-IN" dirty="0"/>
              <a:t>Left, Right and Mid Functions in Power Query</a:t>
            </a:r>
          </a:p>
          <a:p>
            <a:r>
              <a:rPr lang="en-IN" dirty="0"/>
              <a:t>Extracting Text with Delimiters</a:t>
            </a:r>
          </a:p>
        </p:txBody>
      </p:sp>
    </p:spTree>
    <p:extLst>
      <p:ext uri="{BB962C8B-B14F-4D97-AF65-F5344CB8AC3E}">
        <p14:creationId xmlns:p14="http://schemas.microsoft.com/office/powerpoint/2010/main" val="3266366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819F-6442-1E41-F222-259E36F0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MERGING COLUMNS IN POWER QUERY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6479B-54C1-7BD2-F025-08F0E544D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40" y="1451728"/>
            <a:ext cx="11246178" cy="504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5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F5C3-9C2B-02D0-37EC-AD1F277D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B0620C-7040-CEA1-8947-68E9A144F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18" y="1234910"/>
            <a:ext cx="10718276" cy="50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6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74EE-C7C4-476E-40C6-DFFC503E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057846-1FB0-D740-5A7D-38F6CD0D7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366887"/>
            <a:ext cx="10515599" cy="512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4019-EC5F-D3B2-8705-23D05F430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28958E-8998-2DC2-1C0D-952CABFB0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077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32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6CF9-BB95-6B1D-7221-2F404C421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0DDFCB-8BF6-7D68-E372-F2E9AFFCA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85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D80F-132D-A2B7-59F2-4AD54772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DD94D2-1C4A-C252-A8AA-BD6449DEC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7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724D8-DBE0-2326-53D7-256565E8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47EA74-C917-145E-7FAB-D60D93DCE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4"/>
            <a:ext cx="10528983" cy="592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21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9C02-3248-06E9-79AF-9D0ECB680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BA8C7E-C00F-2BD4-8843-9AE24B5D6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495467" cy="59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3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03B7-99AC-B935-FA1D-3543AD18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369EAC-8CA9-7A27-700E-F9EF3DF0F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5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DDE1-B23F-A9AD-5CD1-E35C8A6F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SPLIT AND TRIM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64D09-37BD-835B-815D-D6B958C51A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78" y="1600200"/>
            <a:ext cx="9385679" cy="50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5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BD7E-39CB-8C98-13F6-8EA2A80B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6CF0FC-DE5B-4DA7-C662-DE452CAF0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6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716AF-1714-B3D4-C946-F1E38F198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50DCB9-E581-7C91-8AC0-1D0DB2F24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2226" cy="591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7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4DF2-8CC0-7FB6-EFD5-3C886A0B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8E8301-CB75-0634-9A17-80A825282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69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D1050-597A-F742-1DF3-06ACB56F7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6E7404-0C04-6DB2-F32C-83F4956F5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938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1648-3FEF-0117-6ABB-E6E672F6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4C2A70-0631-3502-7163-78197EB6B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74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BAA0-89A4-AB9C-ABB7-A990C768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UPPER CASE, LOWER CASE AND PROPER CASE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5318AA-78F2-2499-2227-503323DD2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6771"/>
            <a:ext cx="10382839" cy="483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88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D162-0A4B-7E30-A682-3F40854A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C2F22C-C942-14F5-8C4B-AD0B9D995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4487"/>
            <a:ext cx="10516414" cy="591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0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9026-EAE9-F6B1-DD58-1B3A2A74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5C575D-218A-EA2B-C138-AAF956F66D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615367" cy="597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950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CAAA-CD0A-2417-B4B6-5FD06274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BEEEA-D4EF-2EA2-FA61-8765407B7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5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7E8F-83D5-C2B7-230C-FAA93FBFC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426109-DE68-379E-E4A9-62C193872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4"/>
            <a:ext cx="10515599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72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67FE-A12F-A901-5BC2-37027C4B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ADDING PREFIXES AND SUFFIXES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1C5AC1-A4D1-EA3D-953D-7D80B0727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74276"/>
            <a:ext cx="10515599" cy="49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0572-3118-E2A8-7DFA-252BE490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8DC9E8-0C8E-1254-BF86-B498C51AB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2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4EE3-0281-2BB5-A78C-B2B231C28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98E128-3E28-5A42-E960-0CDF4FBF7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49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5DF7-E26D-01CE-7AC5-412A16DF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E8C2C-BC88-1D75-0D76-4D076EC96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17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B2B8-4FB7-2DC1-9DE4-BEB40636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18D8CD-B2B9-CA19-BACB-3119788A0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0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7D40-7630-D9E6-3E4E-06AE2B41E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26E812-8AE8-B925-92C4-A07C976EC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14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C6ED-3087-99C5-2391-932DD314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LEFT, RIGHT AND MID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CF7E4-02D9-6CBA-44CC-B916DA395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45996"/>
            <a:ext cx="10515599" cy="494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9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4B589-E84A-8B4E-9C74-676D4E06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93E148-20D7-E0CA-1A5E-2FA331914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80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387F-E7B9-AECD-D2AD-7EFD4FB41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C1376C-2DF7-6915-30C2-A6D37FCC7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91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3DA3-88E7-2E19-6119-5AE7B63A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30F33-F598-4366-335E-BD15DF348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574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339A-35CB-7B9B-AC41-EC73E565C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C2990-B7A0-21FD-77B3-7B59EEE77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79630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46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A123-FA1A-48BD-04F7-9DD5D480A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B96098-C048-6A12-DF4F-FA5D28E70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5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3D3A-B46E-2265-46C0-3B58CC79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689FA5-240A-7B32-6C93-C9FB0F931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41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D009-51A6-1BBD-2175-2E313554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A8C6A7-F485-FED3-4C1A-F13788DDB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16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3ED5-4BD6-4161-3420-45A8ECCE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57B510-6EEB-0C2E-D597-1E9CE9A0C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5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ECD-AF22-94CB-06ED-040ADFC6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F3B66-BE30-CDBF-69B3-403C4013E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862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7459-CE0F-415C-4D90-9A79E17D2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B18084-F4C4-C4E8-20BB-6A9D59546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30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C8DE-F1D8-8957-88F0-BC2D9474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EXTRACTING TEXT WITH DELIMITERS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B25FA0-F941-3A32-2D05-7E11C90A96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8289"/>
            <a:ext cx="10515600" cy="498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498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1BBF-D7E7-A6CC-1C3E-4DDBD827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FF292B-F43C-E785-7229-7F1982529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4"/>
            <a:ext cx="1051560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640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695D-8B61-68E9-DA41-C2C0C7F9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002B82-C0EC-5894-1E29-C5DE6F94B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03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AC225-5C7E-BB5D-4225-AECCF2ED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820103-A2EC-4083-74E3-6DE0194CF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379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61E8-E749-6BA9-F350-3AEACAC4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8095D1-4C56-D010-AF29-373769F20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4"/>
            <a:ext cx="10528983" cy="592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54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E1D3-5EE6-B4AA-A2E8-81803B31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BBDDC4-BDFC-7D54-FD65-FF6DBEE9F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515599" cy="59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66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120</Words>
  <Application>Microsoft Office PowerPoint</Application>
  <PresentationFormat>Widescreen</PresentationFormat>
  <Paragraphs>18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POWER BI BY MICROSOFT</vt:lpstr>
      <vt:lpstr>POWER QUERY</vt:lpstr>
      <vt:lpstr>FOLLOWING TEXT FUNCTION</vt:lpstr>
      <vt:lpstr>MERGING COLUMNS IN POWER QUERY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SPLIT AND TRIM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UPPER CASE, LOWER CASE AND PROPER CASE</vt:lpstr>
      <vt:lpstr>PowerPoint Presentation</vt:lpstr>
      <vt:lpstr>PowerPoint Presentation</vt:lpstr>
      <vt:lpstr>PowerPoint Presentation</vt:lpstr>
      <vt:lpstr>PowerPoint Presentation</vt:lpstr>
      <vt:lpstr>ADDING PREFIXES AND SUFFIXES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LEFT, RIGHT AND MID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EXTRACTING TEXT WITH DELIMITERS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Swarnalatha pandian</dc:creator>
  <cp:lastModifiedBy>Swarnalatha pandian</cp:lastModifiedBy>
  <cp:revision>2</cp:revision>
  <dcterms:created xsi:type="dcterms:W3CDTF">2026-08-04T16:35:45Z</dcterms:created>
  <dcterms:modified xsi:type="dcterms:W3CDTF">2026-08-05T17:37:32Z</dcterms:modified>
</cp:coreProperties>
</file>